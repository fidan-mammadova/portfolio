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Манипуляция с DOM: меняем страницу на лету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DOM (Document Object Model) - это дерево элементов страницы.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По W3Schools, jQuery упрощает изменение HTML, текстов, атрибутов и CSS.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После изменения DOM пользователь сразу видит новый результат.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Мы будем работать как редакторы страницы: находим -&gt; меняем -&gt; проверяем.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В реальном проекте это нужно для карточек, форм, меню, уведомлений.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Главная идея: менять только то, что нужно, и не ломать структуру.</a:t>
            </a:r>
          </a:p>
        </p:txBody>
      </p:sp>
      <p:pic>
        <p:nvPicPr>
          <p:cNvPr id="5" name="Picture 4" descr="dom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jQuery манипуляция с DOM | Основа: W3Schools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Что изучим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text() и html() - изменение текста и разметки (W3Schools jQuery HTML).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val() и attr() - работа со значениями полей и атрибутами.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addClass(), removeClass(), toggleClass() - управление состояниями UI.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css() - точечные стили, но крупные стили лучше хранить в CSS-файле.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append(), prepend(), before(), after() - вставка новых элементов.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remove(), empty() - удаление элементов и очистка содержимого.</a:t>
            </a:r>
          </a:p>
        </p:txBody>
      </p:sp>
      <p:pic>
        <p:nvPicPr>
          <p:cNvPr id="5" name="Picture 4" descr="dom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jQuery манипуляция с DOM | Основа: W3Schools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Ключевые объяснения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text() безопаснее, если нужно вставить только обычный текст.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html() вставляет HTML-код, поэтому важно не подставлять опасные данные.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val() удобно использовать в формах: чтение и установка значения input.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attr() меняет атрибуты: src, href, title, disabled и т.д.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Классы лучше, чем css() в лоб: код чище и легче поддерживать.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Ошибка новичка: массово менять стили напрямую и путать логику с дизайном.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Лайфхак: группируй связанные изменения в одну функцию.</a:t>
            </a:r>
          </a:p>
        </p:txBody>
      </p:sp>
      <p:pic>
        <p:nvPicPr>
          <p:cNvPr id="5" name="Picture 4" descr="dom_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jQuery манипуляция с DOM | Основа: W3Schools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Примеры и схемы (по мотивам W3Schools)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$('#title').text('Привет!'); // меняем текст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$('#note').html('&lt;b&gt;Важно&lt;/b&gt;'); // вставляем HTML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$('#name').val('Алия'); // задаем значение поля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$('a.main').attr('href', 'https://example.com');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$('.card').toggleClass('active'); // переключаем состояние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$('#list').append('&lt;li&gt;Новый пункт&lt;/li&gt;');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Схема: Action -&gt; jQuery method -&gt; DOM updated.</a:t>
            </a:r>
          </a:p>
        </p:txBody>
      </p:sp>
      <p:pic>
        <p:nvPicPr>
          <p:cNvPr id="5" name="Picture 4" descr="dom_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jQuery манипуляция с DOM | Основа: W3Schools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Мини-практика + проверка понимания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Задача 1: поменяй текст заголовка и цвет кнопки через класс.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Задача 2: добавь элемент в начало списка и один в конец.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Задача 3: у формы установи значение поля val('...').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Вопрос: когда использовать text(), а когда html()?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Вопрос: почему toggleClass() удобнее, чем много css() строк?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Чек-лист: код читаемый? классы названы понятно? лишних операций нет?</a:t>
            </a:r>
          </a:p>
        </p:txBody>
      </p:sp>
      <p:pic>
        <p:nvPicPr>
          <p:cNvPr id="5" name="Picture 4" descr="dom_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jQuery манипуляция с DOM | Основа: W3Schools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Итоги + источник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Ты умеешь менять текст, HTML, атрибуты, классы и структуру DOM.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Сильный подход: минимум прямых стилей, максимум понятных классов.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Если изменить DOM аккуратно, интерфейс становится быстрым и чистым.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Подготовка к следующей теме: события и обработчики on().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Источник для углубления: W3Schools -&gt; jQuery HTML/CSS/DOM.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Домашний мини-челлендж: сделать интерактивную карточку профиля.</a:t>
            </a:r>
          </a:p>
        </p:txBody>
      </p:sp>
      <p:pic>
        <p:nvPicPr>
          <p:cNvPr id="5" name="Picture 4" descr="dom_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jQuery манипуляция с DOM | Основа: W3Schools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