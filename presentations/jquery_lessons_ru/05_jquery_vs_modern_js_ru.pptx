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jQuery и современный JS: кто за что отвечает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Исторически jQuery решал проблемы несовместимости браузеров.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Сегодня нативный JS получил удобные API: querySelector, classList, fetch.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Но jQuery все еще встречается в legacy-проектах и быстрых прототипах.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Выбор зависит от стека команды, требований и возраста проекта.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Мы сравним не 'что лучше', а 'что уместнее в задаче'.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Подход зрелого разработчика: понимать оба инструмента.</a:t>
            </a:r>
          </a:p>
        </p:txBody>
      </p:sp>
      <p:pic>
        <p:nvPicPr>
          <p:cNvPr id="5" name="Picture 4" descr="compare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Сравнение jQuery и современного JavaScript | Основа: W3Schools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Что изучим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Сравнение синтаксиса: селекторы, классы, события, AJAX/fetch.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Где jQuery ускоряет работу в старом коде.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Где modern JS дает лучшую производительность и размер бандла.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писать переходный код при миграции с jQuery на JS.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Какие практики из W3Schools полезны для обоих подходов.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Как принимать техническое решение в команде.</a:t>
            </a:r>
          </a:p>
        </p:txBody>
      </p:sp>
      <p:pic>
        <p:nvPicPr>
          <p:cNvPr id="5" name="Picture 4" descr="compare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Сравнение jQuery и современного JavaScript | Основа: W3Schools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Ключевые объяснения и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jQuery: короче запись и удобная цепочка методов.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Modern JS: меньше зависимостей, лучше tree-shaking, нативные API.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Для новых проектов часто достаточно чистого JavaScript.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Для старых систем резкая миграция может быть дорогой и рискованной.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Компромисс: постепенно заменять jQuery в новых модулях.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Ошибка новичка: выбирать технологию по тренду, а не по контексту.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Лайфхак: вести таблицу 'что уже мигрировано'.</a:t>
            </a:r>
          </a:p>
        </p:txBody>
      </p:sp>
      <p:pic>
        <p:nvPicPr>
          <p:cNvPr id="5" name="Picture 4" descr="compare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Сравнение jQuery и современного JavaScript | Основа: W3Schools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Примеры кода: jQuery vs native 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Выбор элемента: $('.item') vs document.querySelectorAll('.item').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Класс: $el.addClass('active') vs el.classList.add('active').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Событие: $btn.on('click', fn) vs btn.addEventListener('click', fn).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Запрос: $.ajax(...) vs fetch(url).then(...).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Текст: $('#x').text('Hi') vs el.textContent = 'Hi'.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Вывод: операции похожи, отличается синтаксис и зависимости.</a:t>
            </a:r>
          </a:p>
        </p:txBody>
      </p:sp>
      <p:pic>
        <p:nvPicPr>
          <p:cNvPr id="5" name="Picture 4" descr="compare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Сравнение jQuery и современного JavaScript | Основа: W3Schools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Мини-практика / вопросы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Перепиши 3 jQuery-строки на modern JS.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Определи, где в старом проекте выгодно оставить jQuery.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Составь мини-план миграции на 3 этапа.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Оцени риски: поломка плагинов, время команды, тестовое покрытие.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Ответь: что важнее в вашем проекте - скорость старта или долгосрочная поддержка?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Собери аргументы 'за' и 'против' каждого подхода.</a:t>
            </a:r>
          </a:p>
        </p:txBody>
      </p:sp>
      <p:pic>
        <p:nvPicPr>
          <p:cNvPr id="5" name="Picture 4" descr="compare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Сравнение jQuery и современного JavaScript | Основа: W3Schools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4F7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3D7A"/>
                </a:solidFill>
              </a:defRPr>
            </a:pPr>
            <a:r>
              <a:t>Итоги + источник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73152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jQuery не устарел полностью: он полезен в конкретных сценариях.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Modern JS стал мощным стандартом для новых проектов.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Сильный инженер сравнивает затраты, риски и поддержку.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Решение принимается по задаче, а не по личным предпочтениям.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Источник: W3Schools -&gt; jQuery + JavaScript Tutorials.</a:t>
            </a:r>
          </a:p>
          <a:p>
            <a:pPr>
              <a:spcAft>
                <a:spcPts val="800"/>
              </a:spcAft>
              <a:defRPr sz="1900">
                <a:solidFill>
                  <a:srgbClr val="282D3C"/>
                </a:solidFill>
              </a:defRPr>
            </a:pPr>
            <a:r>
              <a:t>• Теперь ты умеешь аргументированно выбирать подход.</a:t>
            </a:r>
          </a:p>
        </p:txBody>
      </p:sp>
      <p:pic>
        <p:nvPicPr>
          <p:cNvPr id="5" name="Picture 4" descr="compare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4440"/>
            <a:ext cx="356616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07896"/>
                </a:solidFill>
              </a:defRPr>
            </a:pPr>
            <a:r>
              <a:t>Курс: jQuery для детей 10-14 | Модуль: Сравнение jQuery и современного JavaScript | Основа: W3Schools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