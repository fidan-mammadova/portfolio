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Продвинутый DOM: собираем страницу как LEGO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На этом уровне мы не только красим элементы, но и перестраиваем DOM.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По W3Schools, ключевые группы методов: insert, remove, traverse, clone.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Это нужно для списков задач, чатов, фильтров, карточек товаров.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Хорошая практика: менять минимальный участок дерева, а не всю страницу.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Чем чище структура DOM, тем проще поддержка и выше производительность.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Будем изучать методы как набор инструментов конструктора.</a:t>
            </a:r>
          </a:p>
        </p:txBody>
      </p:sp>
      <p:pic>
        <p:nvPicPr>
          <p:cNvPr id="5" name="Picture 4" descr="advdom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продвинутые операции с DOM | Основа: W3Schools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Что изучим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append(), prepend(), before(), after() - разные точки вставки.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remove(), detach(), empty() - разные сценарии удаления.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clone(true) - копирование элемента вместе с обработчиками.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parent(), parents(), children(), siblings(), next(), prev().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find(selector) - поиск внутри конкретной ветки дерева.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 выбирать между обновлением узла и его пересозданием.</a:t>
            </a:r>
          </a:p>
        </p:txBody>
      </p:sp>
      <p:pic>
        <p:nvPicPr>
          <p:cNvPr id="5" name="Picture 4" descr="advdom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продвинутые операции с DOM | Основа: W3Schools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Ключевые объяснения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append() и prepend() вставляют внутрь родителя.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before() и after() вставляют рядом с текущим элементом.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detach() удаляет элемент, но сохраняет данные/обработчики для возврата.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children() смотрит только на 1 уровень, find() идет глубже.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siblings() полезен для переключателей табов и аккордеонов.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Ошибка новичка: много вложенных find(), где можно выбрать короче.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Лайфхак: кешируй контейнер var $list = $('#list').</a:t>
            </a:r>
          </a:p>
        </p:txBody>
      </p:sp>
      <p:pic>
        <p:nvPicPr>
          <p:cNvPr id="5" name="Picture 4" descr="advdom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продвинутые операции с DOM | Основа: W3Schools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Примеры и стратегия обновления 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$('#list').prepend('&lt;li class="new"&gt;Новый&lt;/li&gt;');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$item.detach(); $('#archive').append($item);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$card.clone(true).appendTo('#cards');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$panel.find('.btn-save').prop('disabled', false);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$node.siblings().removeClass('active'); $node.addClass('active');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Стратегия: сначала выбрать корневой контейнер, потом работать внутри.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Избегай полного перерисовывания, если меняется только маленький блок.</a:t>
            </a:r>
          </a:p>
        </p:txBody>
      </p:sp>
      <p:pic>
        <p:nvPicPr>
          <p:cNvPr id="5" name="Picture 4" descr="advdom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продвинутые операции с DOM | Основа: W3Schools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Мини-практика и разбор ошибок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Собери TODO-список: добавление, удаление и перенос задач в архив.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Сделай вкладки: активная вкладка подсвечивается, остальные нет.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Добавь кнопку 'дублировать карточку' через clone(true).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Проверь, где children() правильнее find().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Найди лишние обращения к DOM и сократи их.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Ответь: когда detach() лучше remove()?</a:t>
            </a:r>
          </a:p>
        </p:txBody>
      </p:sp>
      <p:pic>
        <p:nvPicPr>
          <p:cNvPr id="5" name="Picture 4" descr="advdom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продвинутые операции с DOM | Основа: W3Schools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Итоги + источник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Ты освоил продвинутые операции: вставка, удаление, копирование, обход.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Ключ к хорошему коду: минимальные и точные изменения в DOM.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Опора на W3Schools помогает быстро сверять методы и сигнатуры.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Теперь можешь строить динамические интерфейсы с понятной структурой.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Источник: W3Schools -&gt; jQuery Traversing / HTML / DOM Manipulation.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Финальная тема: сравнение jQuery и современного JavaScript.</a:t>
            </a:r>
          </a:p>
        </p:txBody>
      </p:sp>
      <p:pic>
        <p:nvPicPr>
          <p:cNvPr id="5" name="Picture 4" descr="advdom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продвинутые операции с DOM | Основа: W3Schools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