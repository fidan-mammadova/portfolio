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События: страница реагирует на 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Событие - это сигнал от пользователя или браузера (click, input, submit).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 W3Schools, jQuery события подключаются коротко и читаемо.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Правильная обработка событий делает интерфейс живым и удобным.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 реальных задачах события запускают валидацию, анимации, загрузку данных.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Логика: событие -&gt; обработчик -&gt; изменение DOM или состояние приложения.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Важно не плодить хаотичные обработчики в разных местах.</a:t>
            </a:r>
          </a:p>
        </p:txBody>
      </p:sp>
      <p:pic>
        <p:nvPicPr>
          <p:cNvPr id="5" name="Picture 4" descr="events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события | Основа: W3Schools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Что изучим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Базовые события: click, dblclick, mouseenter, mouseleave.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События форм: focus, blur, change, submit, keydown.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on() - универсальный метод для подписки на события.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off() - отключение обработчиков, чтобы не было дубликатов.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Делегирование событий: on(event, selector, handler).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Практика W3Schools: event object и preventDefault().</a:t>
            </a:r>
          </a:p>
        </p:txBody>
      </p:sp>
      <p:pic>
        <p:nvPicPr>
          <p:cNvPr id="5" name="Picture 4" descr="events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события | Основа: W3Schools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Ключевые объяснения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on('click', fn) - стандартный и масштабируемый подход.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submit почти всегда перехватывают для проверки формы.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preventDefault() отменяет действие по умолчанию (например, отправку формы).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event.target показывает, какой элемент вызвал событие.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Делегирование нужно, когда элементы добавляются динамически.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Ошибка новичка: ставить много обработчиков в цикле без контроля.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Лайфхак: храни обработчики рядом с логикой конкретного компонента.</a:t>
            </a:r>
          </a:p>
        </p:txBody>
      </p:sp>
      <p:pic>
        <p:nvPicPr>
          <p:cNvPr id="5" name="Picture 4" descr="events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события | Основа: W3Schools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Примеры и паттерны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$('#btn').on('click', () =&gt; $('.box').toggleClass('open'));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$('form').on('submit', (e) =&gt; { e.preventDefault(); ... });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$('#list').on('click', 'li', handler); // делегирование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$('input').on('keydown', (e) =&gt; console.log(e.key));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Аналогия: пульт -&gt; кнопка -&gt; команда устройству.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Паттерн: один вход в обработчик, ветвление по условиям внутри.</a:t>
            </a:r>
          </a:p>
        </p:txBody>
      </p:sp>
      <p:pic>
        <p:nvPicPr>
          <p:cNvPr id="5" name="Picture 4" descr="events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события | Основа: W3Schools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Мини-практика и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Сделай кнопку, которая переключает тему страницы.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Добавь в форму проверку: пустое поле -&gt; показать сообщение.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Реализуй делегирование клика для динамического списка задач.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Вопрос: чем on() лучше старого click(fn) в больших проектах?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Вопрос: где полезен preventDefault(), а где нет?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Проверь: нет ли двойного срабатывания одного обработчика?</a:t>
            </a:r>
          </a:p>
        </p:txBody>
      </p:sp>
      <p:pic>
        <p:nvPicPr>
          <p:cNvPr id="5" name="Picture 4" descr="events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события | Основа: W3Schools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Итоги + источник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Ты научился управлять реакцией страницы на действия пользователя.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on(), event и preventDefault() - фундамент интерактивного UI.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Делегирование событий особенно важно для динамического DOM.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Грамотная архитектура событий уменьшает баги и дублирование.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Источник для углубления: W3Schools -&gt; jQuery Events.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Следующий шаг: продвинутые операции с DOM-деревом.</a:t>
            </a:r>
          </a:p>
        </p:txBody>
      </p:sp>
      <p:pic>
        <p:nvPicPr>
          <p:cNvPr id="5" name="Picture 4" descr="events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jQuery события | Основа: W3Schools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