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jQuery селекторы: находим элементы как детективы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Урок для ребят 10-14 лет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Будем искать элементы на странице быстро и точно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 найти кнопку, текст или картинку по подсказкам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Почему без селекторов трудно управлять сайтом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Где это используется в реальных веб-приложениях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Мини-цель: научиться писать 5 полезных селекторов</a:t>
            </a:r>
          </a:p>
        </p:txBody>
      </p:sp>
      <p:pic>
        <p:nvPicPr>
          <p:cNvPr id="5" name="Picture 4" descr="m1_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селекторы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Что изучим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Что такое селектор и зачем он нужен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 работают #id, .class и tag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 выбирать элементы внутри других элементов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 читать структуру HTML как карту сокровищ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Чем точный селектор лучше слишком общего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 не запутаться в длинных выражениях</a:t>
            </a:r>
          </a:p>
        </p:txBody>
      </p:sp>
      <p:pic>
        <p:nvPicPr>
          <p:cNvPr id="5" name="Picture 4" descr="m1_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селекторы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Ключевые объяснения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#id - это как уникальный номер ученика в классе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.class - это группа, например 'спортсмены'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tag - это тип элемента, например все абзацы &lt;p&gt;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$('div p') ищет p внутри div, а не везде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Чем точнее цель, тем быстрее работает выборка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Сначала ищи родителя, потом нужного потомка</a:t>
            </a:r>
          </a:p>
        </p:txBody>
      </p:sp>
      <p:pic>
        <p:nvPicPr>
          <p:cNvPr id="5" name="Picture 4" descr="m1_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селекторы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Примеры и аналогии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$('#start') - найти единственную кнопку старта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$('.card') - найти все карточки, как все книги на полке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$('ul li') - найти пункты списка внутри конкретного списка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$('.menu .active') - найти активный пункт в меню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Аналогия: адрес дома -&gt; улица, дом, квартира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Чем полнее 'адрес', тем меньше ошибок</a:t>
            </a:r>
          </a:p>
        </p:txBody>
      </p:sp>
      <p:pic>
        <p:nvPicPr>
          <p:cNvPr id="5" name="Picture 4" descr="m1_s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селекторы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Мини-практика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 выбрать элемент с id='logo'?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 выбрать все элементы с классом 'item'?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 выбрать все кнопки внутри блока .menu?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 выбрать только первый элемент списка?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Задание: придумай селектор для блока .profile .name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Проверь себя: что вернет $('p') на странице?</a:t>
            </a:r>
          </a:p>
        </p:txBody>
      </p:sp>
      <p:pic>
        <p:nvPicPr>
          <p:cNvPr id="5" name="Picture 4" descr="m1_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селекторы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Селекторы помогают 'поймать' нужные элементы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Начинаем с простых селекторов и идем к сложным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Это база для всех дальнейших действий в jQuery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Точность селектора экономит время и нервы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Если выборка неверная, все следующие шаги тоже сломаются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Следующий шаг: менять найденные элементы через DOM</a:t>
            </a:r>
          </a:p>
        </p:txBody>
      </p:sp>
      <p:pic>
        <p:nvPicPr>
          <p:cNvPr id="5" name="Picture 4" descr="m1_s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селекторы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